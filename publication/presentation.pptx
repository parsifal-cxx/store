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67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3FD3F-7C18-EBB6-CB4A-D72BB89CE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B4D07D-91DC-57C7-134C-6F46C39B5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34FE7B-BDE2-8546-3904-6451AFC4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A280D5-E6D8-0628-CD56-CDCA6AE3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D12F50-DEF0-31E8-8B2D-98F602C4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69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3A4E4-CA90-364A-4BB6-5208DA8E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9BFEBF-4C2A-0564-24B3-20142C19E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77AB30-3559-4882-2169-5857D6C60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1D0A7B-E5F5-8CDB-D58A-A61991B56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6FD243-75DC-07E9-1CE2-848E325BF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95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F45953-6A7C-FCCD-0A12-BEEBB84E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94183C-E1BB-F09D-7DD2-3CAA868AB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2ECE13-F5A6-7477-13C6-452353409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FEA5AC-9C23-FF72-65C4-68DBD13B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9624F9-71A2-C13D-CE1C-E7AF8739C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9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89D9F4-4008-B147-4D7A-4B0E6AD5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D1DC5C-889B-D428-FD01-ACC0529F8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90F7F8-112C-F4CD-765F-69C9EDB0C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BCBCF69-951C-73BA-4B67-72504A583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8FFA63-489A-CA99-6B1C-F5A6CDFB8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ACA40-64AD-F532-EA1A-2219C8E22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8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D5CBC-3F2F-0701-8CEB-546771B6B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D8B7F8-46E8-212A-1E79-B5CC3BC14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1CBA74-435A-C8B3-FF30-BD3F1EC55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57987E-A58B-61A1-59BF-CA7997A142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84D0F2-5CB1-8EF9-A8A9-2987D2D22C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EFBA658-DDC8-3012-9BA9-39B26F128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E23EB8-4160-2234-6AA5-812B4587A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50466F6-943C-F931-F41A-E55B0268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48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33536-6953-D07F-0FEE-DE8E030B3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9817195-52A9-13B2-3404-0FED53A44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9737FD-DD2C-609E-E0D8-B88D1527C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5A4BFC-50D5-D20C-B96B-5BEAD6999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2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05B1D31-83B9-C56C-F32C-BDF96CC2C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2673ADA-A506-7FA3-EC29-8F931A482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6771EF-0B03-B812-50DB-951E4827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87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02C7F5-87A9-E619-9FC7-5FFB40853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834C00-B052-CAF6-6D6B-17CB6B857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520B14-6DCC-1583-314A-9ADD601F4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90D1AA-35D7-A017-0CA3-3983EFA75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9B78CA-6485-A5E9-ACD6-CAB36735D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8D6864-D468-3CB3-D466-239A8561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85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3B9CF-9E20-E1D1-B7C5-CE071C41E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2B1711B-D9AD-8460-0C79-2C25C20030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03277B-A7ED-343C-E24A-2E760E4D3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A9D447-55AA-68BA-007C-BA051F6B7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5FCDE8-C70D-AB94-BE7D-9881DE436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84D9E8-2AD2-3146-A00D-C0E08C5D1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75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CF9EB-BD83-1C51-32BB-B928369F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AB9FC4-DF7D-351F-A428-0361A7B6F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B58047-B1CC-5661-359F-E05D1A73D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560108-8AE3-990A-4E27-CD289ED7C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9DE596-5432-A2C2-E1B7-76AF4442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40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37FBFB0-E818-932A-154F-2DE85926E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A630CC-316D-5EBB-7357-4925066F7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E5C498-2B67-81B9-2E00-80ABEE03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251ABE-2BA0-F338-BDFC-F87E7E69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8E1879-37BE-8D08-F347-71735C88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7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BC7B9-EE6A-AAF4-5D79-97E889D84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E2A57B-1DEC-34D0-98BA-1E66B0D5B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1B3625-CC17-74D5-324D-3042DAF06B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BEBA66-B863-6D24-293F-D45FCDDBD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FF0999-1759-30C3-2D07-F370DE523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55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ShoeStore — реализация мобильного приложения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Android 13+ • </a:t>
            </a:r>
            <a:r>
              <a:rPr dirty="0" err="1"/>
              <a:t>Supabase</a:t>
            </a:r>
            <a:endParaRPr dirty="0"/>
          </a:p>
          <a:p>
            <a:r>
              <a:rPr dirty="0" err="1"/>
              <a:t>Автор</a:t>
            </a:r>
            <a:r>
              <a:rPr dirty="0"/>
              <a:t>: </a:t>
            </a:r>
            <a:r>
              <a:rPr dirty="0" err="1"/>
              <a:t>Бубнов</a:t>
            </a:r>
            <a:r>
              <a:rPr dirty="0"/>
              <a:t> </a:t>
            </a:r>
            <a:r>
              <a:rPr dirty="0" err="1"/>
              <a:t>Никита</a:t>
            </a:r>
            <a:endParaRPr dirty="0"/>
          </a:p>
          <a:p>
            <a:r>
              <a:rPr dirty="0" err="1"/>
              <a:t>Дата</a:t>
            </a:r>
            <a:r>
              <a:rPr dirty="0"/>
              <a:t>: 2026-03-06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2B2B2B"/>
                </a:solidFill>
              </a:rPr>
              <a:t>Функциональный объём (что реализовано)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1612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B2B2B"/>
                </a:solidFill>
              </a:defRPr>
            </a:pPr>
            <a:r>
              <a:t>Auth: регистрация, вход, восстановление пароля (OTP), смена пароля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t>Onboarding + системный SplashScreen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t>Home: категории, товары, детали товара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t>Favorite: избранное пользователя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t>Profile: просмотр/редактирование, фото с камеры, сохранение на сервер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2B2B2B"/>
                </a:solidFill>
              </a:rPr>
              <a:t>Диаграмма вариантов использования (Use Case)</a:t>
            </a:r>
          </a:p>
        </p:txBody>
      </p:sp>
      <p:pic>
        <p:nvPicPr>
          <p:cNvPr id="3" name="Picture 2" descr="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398" y="1330014"/>
            <a:ext cx="8794028" cy="51628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2B2B2B"/>
                </a:solidFill>
              </a:rPr>
              <a:t>Архитектура и структура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1612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B2B2B"/>
                </a:solidFill>
              </a:defRPr>
            </a:pPr>
            <a:r>
              <a:t>Подход: MVVM + Repository, Compose Navigation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t>UI (Compose) → ViewModel (StateFlow) → Repository → Supabase (Auth/Postgrest/Storage)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t>Состояния: loading / error (dialog) /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2B2B2B"/>
                </a:solidFill>
              </a:rPr>
              <a:t>Supabase: данные и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1612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B2B2B"/>
                </a:solidFill>
              </a:defRPr>
            </a:pPr>
            <a:r>
              <a:t>Таблицы: categories, products, favourite, profiles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t>Auth: email/password + OTP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t>Storage products: &lt;productId&gt;-&lt;variant&gt;.png (варианты товара)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t>Storage avatars: &lt;userId&gt;.png (аватар профиля)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2B2B2B"/>
                </a:solidFill>
              </a:rPr>
              <a:t>Навигация и обработка состояний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1612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B2B2B"/>
                </a:solidFill>
              </a:defRPr>
            </a:pPr>
            <a:r>
              <a:t>Onboard → SignIn → Home → Details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t>Home ↔ Favorite, Home ↔ Profile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t>ForgotPassword → Verification → CreateNewPassword → SignIn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t>Индикатор загрузки при запросах; ошибки — в диалоге (закрывается пользователем)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2B2B2B"/>
                </a:solidFill>
              </a:rPr>
              <a:t>Используемые библиотеки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16128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B2B2B"/>
                </a:solidFill>
              </a:defRPr>
            </a:pPr>
            <a:r>
              <a:rPr dirty="0" err="1"/>
              <a:t>Supabase</a:t>
            </a:r>
            <a:r>
              <a:rPr dirty="0"/>
              <a:t> Kotlin SDK (Auth/</a:t>
            </a:r>
            <a:r>
              <a:rPr dirty="0" err="1"/>
              <a:t>Postgrest</a:t>
            </a:r>
            <a:r>
              <a:rPr dirty="0"/>
              <a:t>/Storage) + </a:t>
            </a:r>
            <a:r>
              <a:rPr dirty="0" err="1"/>
              <a:t>Ktor</a:t>
            </a:r>
            <a:r>
              <a:rPr dirty="0"/>
              <a:t> (</a:t>
            </a:r>
            <a:r>
              <a:rPr dirty="0" err="1"/>
              <a:t>внутри</a:t>
            </a:r>
            <a:r>
              <a:rPr dirty="0"/>
              <a:t> SDK)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rPr dirty="0"/>
              <a:t>Coil (</a:t>
            </a:r>
            <a:r>
              <a:rPr dirty="0" err="1"/>
              <a:t>изображения</a:t>
            </a:r>
            <a:r>
              <a:rPr dirty="0"/>
              <a:t> + </a:t>
            </a:r>
            <a:r>
              <a:rPr dirty="0" err="1"/>
              <a:t>кэширование</a:t>
            </a:r>
            <a:r>
              <a:rPr dirty="0"/>
              <a:t>)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rPr dirty="0"/>
              <a:t>Navigation Compose, </a:t>
            </a:r>
            <a:r>
              <a:rPr dirty="0" err="1"/>
              <a:t>ViewModel</a:t>
            </a:r>
            <a:r>
              <a:rPr dirty="0"/>
              <a:t> Compose, Coroutines, </a:t>
            </a:r>
            <a:r>
              <a:rPr dirty="0" err="1"/>
              <a:t>SplashScreen</a:t>
            </a:r>
            <a:r>
              <a:rPr dirty="0"/>
              <a:t> API</a:t>
            </a:r>
          </a:p>
          <a:p>
            <a:pPr>
              <a:defRPr sz="2000">
                <a:solidFill>
                  <a:srgbClr val="2B2B2B"/>
                </a:solidFill>
              </a:defRPr>
            </a:pPr>
            <a:r>
              <a:rPr dirty="0" err="1"/>
              <a:t>Supabase</a:t>
            </a:r>
            <a:r>
              <a:rPr dirty="0"/>
              <a:t> SDK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233</Words>
  <Application>Microsoft Office PowerPoint</Application>
  <PresentationFormat>Произвольный</PresentationFormat>
  <Paragraphs>30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Тема Office</vt:lpstr>
      <vt:lpstr>ShoeStore — реализация мобильного приложения</vt:lpstr>
      <vt:lpstr>Функциональный объём (что реализовано)</vt:lpstr>
      <vt:lpstr>Диаграмма вариантов использования (Use Case)</vt:lpstr>
      <vt:lpstr>Архитектура и структура проекта</vt:lpstr>
      <vt:lpstr>Supabase: данные и Storage</vt:lpstr>
      <vt:lpstr>Навигация и обработка состояний</vt:lpstr>
      <vt:lpstr>Используемые библиотеки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Н Б</cp:lastModifiedBy>
  <cp:revision>2</cp:revision>
  <dcterms:created xsi:type="dcterms:W3CDTF">2013-01-27T09:14:16Z</dcterms:created>
  <dcterms:modified xsi:type="dcterms:W3CDTF">2026-03-06T04:18:35Z</dcterms:modified>
  <cp:category/>
</cp:coreProperties>
</file>
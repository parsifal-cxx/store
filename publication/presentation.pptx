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0" d="100"/>
          <a:sy n="110" d="100"/>
        </p:scale>
        <p:origin x="-558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873FD3F-7C18-EBB6-CB4A-D72BB89CE4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603" y="1122363"/>
            <a:ext cx="9141619" cy="2387600"/>
          </a:xfrm>
        </p:spPr>
        <p:txBody>
          <a:bodyPr anchor="b"/>
          <a:lstStyle>
            <a:lvl1pPr algn="ctr">
              <a:defRPr sz="5998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xmlns="" id="{99B4D07D-91DC-57C7-134C-6F46C39B5F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603" y="3602038"/>
            <a:ext cx="9141619" cy="1655762"/>
          </a:xfrm>
        </p:spPr>
        <p:txBody>
          <a:bodyPr/>
          <a:lstStyle>
            <a:lvl1pPr marL="0" indent="0" algn="ctr">
              <a:buNone/>
              <a:defRPr sz="2399"/>
            </a:lvl1pPr>
            <a:lvl2pPr marL="457063" indent="0" algn="ctr">
              <a:buNone/>
              <a:defRPr sz="1999"/>
            </a:lvl2pPr>
            <a:lvl3pPr marL="914126" indent="0" algn="ctr">
              <a:buNone/>
              <a:defRPr sz="1799"/>
            </a:lvl3pPr>
            <a:lvl4pPr marL="1371189" indent="0" algn="ctr">
              <a:buNone/>
              <a:defRPr sz="1600"/>
            </a:lvl4pPr>
            <a:lvl5pPr marL="1828251" indent="0" algn="ctr">
              <a:buNone/>
              <a:defRPr sz="1600"/>
            </a:lvl5pPr>
            <a:lvl6pPr marL="2285314" indent="0" algn="ctr">
              <a:buNone/>
              <a:defRPr sz="1600"/>
            </a:lvl6pPr>
            <a:lvl7pPr marL="2742377" indent="0" algn="ctr">
              <a:buNone/>
              <a:defRPr sz="1600"/>
            </a:lvl7pPr>
            <a:lvl8pPr marL="3199440" indent="0" algn="ctr">
              <a:buNone/>
              <a:defRPr sz="1600"/>
            </a:lvl8pPr>
            <a:lvl9pPr marL="3656503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AA34FE7B-BDE2-8546-3904-6451AFC4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CEA280D5-E6D8-0628-CD56-CDCA6AE30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61D12F50-DEF0-31E8-8B2D-98F602C45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020691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683A4E4-CA90-364A-4BB6-5208DA8E2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BE9BFEBF-4C2A-0564-24B3-20142C19E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0377AB30-3559-4882-2169-5857D6C60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AC1D0A7B-E5F5-8CDB-D58A-A61991B56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F86FD243-75DC-07E9-1CE2-848E325BF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695195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4F45953-6A7C-FCCD-0A12-BEEBB84E4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633" y="1709739"/>
            <a:ext cx="10512862" cy="2852737"/>
          </a:xfrm>
        </p:spPr>
        <p:txBody>
          <a:bodyPr anchor="b"/>
          <a:lstStyle>
            <a:lvl1pPr>
              <a:defRPr sz="5998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2D94183C-E1BB-F09D-7DD2-3CAA868ABF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633" y="4589464"/>
            <a:ext cx="10512862" cy="1500187"/>
          </a:xfrm>
        </p:spPr>
        <p:txBody>
          <a:bodyPr/>
          <a:lstStyle>
            <a:lvl1pPr marL="0" indent="0">
              <a:buNone/>
              <a:defRPr sz="2399">
                <a:solidFill>
                  <a:schemeClr val="tx1">
                    <a:tint val="82000"/>
                  </a:schemeClr>
                </a:solidFill>
              </a:defRPr>
            </a:lvl1pPr>
            <a:lvl2pPr marL="457063" indent="0">
              <a:buNone/>
              <a:defRPr sz="1999">
                <a:solidFill>
                  <a:schemeClr val="tx1">
                    <a:tint val="82000"/>
                  </a:schemeClr>
                </a:solidFill>
              </a:defRPr>
            </a:lvl2pPr>
            <a:lvl3pPr marL="914126" indent="0">
              <a:buNone/>
              <a:defRPr sz="1799">
                <a:solidFill>
                  <a:schemeClr val="tx1">
                    <a:tint val="82000"/>
                  </a:schemeClr>
                </a:solidFill>
              </a:defRPr>
            </a:lvl3pPr>
            <a:lvl4pPr marL="137118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2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31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237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199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65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502ECE13-F5A6-7477-13C6-452353409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4AFEA5AC-9C23-FF72-65C4-68DBD13B9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F49624F9-71A2-C13D-CE1C-E7AF8739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036094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1F89D9F4-4008-B147-4D7A-4B0E6AD5D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C8D1DC5C-889B-D428-FD01-ACC0529F83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7982" y="1825625"/>
            <a:ext cx="5180251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1390F7F8-112C-F4CD-765F-69C9EDB0C7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0592" y="1825625"/>
            <a:ext cx="5180251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8BCBCF69-951C-73BA-4B67-72504A583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D38FFA63-489A-CA99-6B1C-F5A6CDFB8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FDEACA40-64AD-F532-EA1A-2219C8E22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107886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439D5CBC-3F2F-0701-8CEB-546771B6B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69" y="365126"/>
            <a:ext cx="10512862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62D8B7F8-46E8-212A-1E79-B5CC3BC14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570" y="1681163"/>
            <a:ext cx="5156444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A41CBA74-435A-C8B3-FF30-BD3F1EC55B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570" y="2505075"/>
            <a:ext cx="5156444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5357987E-A58B-61A1-59BF-CA7997A142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593" y="1681163"/>
            <a:ext cx="5181838" cy="823912"/>
          </a:xfrm>
        </p:spPr>
        <p:txBody>
          <a:bodyPr anchor="b"/>
          <a:lstStyle>
            <a:lvl1pPr marL="0" indent="0">
              <a:buNone/>
              <a:defRPr sz="2399" b="1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xmlns="" id="{CD84D0F2-5CB1-8EF9-A8A9-2987D2D22C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593" y="2505075"/>
            <a:ext cx="518183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xmlns="" id="{3EFBA658-DDC8-3012-9BA9-39B26F128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xmlns="" id="{8DE23EB8-4160-2234-6AA5-812B4587A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xmlns="" id="{450466F6-943C-F931-F41A-E55B02681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386748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5E033536-6953-D07F-0FEE-DE8E030B3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xmlns="" id="{79817195-52A9-13B2-3404-0FED53A44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xmlns="" id="{009737FD-DD2C-609E-E0D8-B88D1527C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xmlns="" id="{065A4BFC-50D5-D20C-B96B-5BEAD6999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521028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xmlns="" id="{F05B1D31-83B9-C56C-F32C-BDF96CC2C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xmlns="" id="{52673ADA-A506-7FA3-EC29-8F931A482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7D6771EF-0B03-B812-50DB-951E48273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280687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DA02C7F5-87A9-E619-9FC7-5FFB40853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70" y="457200"/>
            <a:ext cx="3931213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A5834C00-B052-CAF6-6D6B-17CB6B857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838" y="987426"/>
            <a:ext cx="6170593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399"/>
            </a:lvl3pPr>
            <a:lvl4pPr>
              <a:defRPr sz="1999"/>
            </a:lvl4pPr>
            <a:lvl5pPr>
              <a:defRPr sz="1999"/>
            </a:lvl5pPr>
            <a:lvl6pPr>
              <a:defRPr sz="1999"/>
            </a:lvl6pPr>
            <a:lvl7pPr>
              <a:defRPr sz="1999"/>
            </a:lvl7pPr>
            <a:lvl8pPr>
              <a:defRPr sz="1999"/>
            </a:lvl8pPr>
            <a:lvl9pPr>
              <a:defRPr sz="1999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18520B14-6DCC-1583-314A-9ADD601F4C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570" y="2057400"/>
            <a:ext cx="393121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CF90D1AA-35D7-A017-0CA3-3983EFA75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0F9B78CA-6485-A5E9-ACD6-CAB36735D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058D6864-D468-3CB3-D466-239A8561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479485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E853B9CF-9E20-E1D1-B7C5-CE071C41E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570" y="457200"/>
            <a:ext cx="3931213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xmlns="" id="{22B1711B-D9AD-8460-0C79-2C25C20030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838" y="987426"/>
            <a:ext cx="6170593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063" indent="0">
              <a:buNone/>
              <a:defRPr sz="2799"/>
            </a:lvl2pPr>
            <a:lvl3pPr marL="914126" indent="0">
              <a:buNone/>
              <a:defRPr sz="2399"/>
            </a:lvl3pPr>
            <a:lvl4pPr marL="1371189" indent="0">
              <a:buNone/>
              <a:defRPr sz="1999"/>
            </a:lvl4pPr>
            <a:lvl5pPr marL="1828251" indent="0">
              <a:buNone/>
              <a:defRPr sz="1999"/>
            </a:lvl5pPr>
            <a:lvl6pPr marL="2285314" indent="0">
              <a:buNone/>
              <a:defRPr sz="1999"/>
            </a:lvl6pPr>
            <a:lvl7pPr marL="2742377" indent="0">
              <a:buNone/>
              <a:defRPr sz="1999"/>
            </a:lvl7pPr>
            <a:lvl8pPr marL="3199440" indent="0">
              <a:buNone/>
              <a:defRPr sz="1999"/>
            </a:lvl8pPr>
            <a:lvl9pPr marL="3656503" indent="0">
              <a:buNone/>
              <a:defRPr sz="1999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103277B-A7ED-343C-E24A-2E760E4D3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570" y="2057400"/>
            <a:ext cx="393121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E1A9D447-55AA-68BA-007C-BA051F6B7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1D5FCDE8-C70D-AB94-BE7D-9881DE436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xmlns="" id="{CF84D9E8-2AD2-3146-A00D-C0E08C5D1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795275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33ACF9EB-BD83-1C51-32BB-B928369F1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xmlns="" id="{D6AB9FC4-DF7D-351F-A428-0361A7B6F2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5EB58047-B1CC-5661-359F-E05D1A73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24560108-8AE3-990A-4E27-CD289ED7C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A89DE596-5432-A2C2-E1B7-76AF4442A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64540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xmlns="" id="{737FBFB0-E818-932A-154F-2DE85926E1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2628" y="365125"/>
            <a:ext cx="262821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xmlns="" id="{70A630CC-316D-5EBB-7357-4925066F79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7982" y="365125"/>
            <a:ext cx="7732286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81E5C498-2B67-81B9-2E00-80ABEE034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14251ABE-2BA0-F338-BDFC-F87E7E695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3C8E1879-37BE-8D08-F347-71735C881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667570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268BC7B9-EE6A-AAF4-5D79-97E889D84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982" y="365126"/>
            <a:ext cx="105128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48E2A57B-1DEC-34D0-98BA-1E66B0D5B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7982" y="1825625"/>
            <a:ext cx="10512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AF1B3625-CC17-74D5-324D-3042DAF06B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7982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EFBEBA66-B863-6D24-293F-D45FCDDBD4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7549" y="6356351"/>
            <a:ext cx="4113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xmlns="" id="{14FF0999-1759-30C3-2D07-F370DE523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08357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477255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ShoeStore — реализация мобильного приложения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dirty="0"/>
              <a:t>Android 13+ • </a:t>
            </a:r>
            <a:r>
              <a:rPr dirty="0" err="1"/>
              <a:t>Supabase</a:t>
            </a:r>
            <a:endParaRPr dirty="0"/>
          </a:p>
          <a:p>
            <a:r>
              <a:rPr dirty="0" err="1"/>
              <a:t>Автор</a:t>
            </a:r>
            <a:r>
              <a:rPr dirty="0"/>
              <a:t>: </a:t>
            </a:r>
            <a:r>
              <a:rPr dirty="0" err="1"/>
              <a:t>Бубнов</a:t>
            </a:r>
            <a:r>
              <a:rPr dirty="0"/>
              <a:t> </a:t>
            </a:r>
            <a:r>
              <a:rPr dirty="0" err="1"/>
              <a:t>Никита</a:t>
            </a:r>
            <a:endParaRPr dirty="0"/>
          </a:p>
          <a:p>
            <a:r>
              <a:rPr dirty="0" err="1"/>
              <a:t>Дата</a:t>
            </a:r>
            <a:r>
              <a:rPr dirty="0"/>
              <a:t>: 2026-03-06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600" b="1">
                <a:solidFill>
                  <a:srgbClr val="2B2B2B"/>
                </a:solidFill>
              </a:rPr>
              <a:t>Функциональный объём (что реализовано)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1612880" cy="2343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/>
              <a:t>Auth: </a:t>
            </a:r>
            <a:r>
              <a:rPr dirty="0" err="1"/>
              <a:t>регистрация</a:t>
            </a:r>
            <a:r>
              <a:rPr dirty="0"/>
              <a:t>, </a:t>
            </a:r>
            <a:r>
              <a:rPr dirty="0" err="1"/>
              <a:t>вход</a:t>
            </a:r>
            <a:r>
              <a:rPr dirty="0"/>
              <a:t>, </a:t>
            </a:r>
            <a:r>
              <a:rPr dirty="0" err="1"/>
              <a:t>восстановление</a:t>
            </a:r>
            <a:r>
              <a:rPr dirty="0"/>
              <a:t> </a:t>
            </a:r>
            <a:r>
              <a:rPr dirty="0" err="1"/>
              <a:t>пароля</a:t>
            </a:r>
            <a:r>
              <a:rPr dirty="0"/>
              <a:t> (OTP), </a:t>
            </a:r>
            <a:r>
              <a:rPr dirty="0" err="1"/>
              <a:t>смена</a:t>
            </a:r>
            <a:r>
              <a:rPr dirty="0"/>
              <a:t> </a:t>
            </a:r>
            <a:r>
              <a:rPr dirty="0" err="1"/>
              <a:t>пароля</a:t>
            </a:r>
            <a:endParaRPr dirty="0"/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 err="1"/>
              <a:t>Onboarding</a:t>
            </a:r>
            <a:r>
              <a:rPr dirty="0"/>
              <a:t> + </a:t>
            </a:r>
            <a:r>
              <a:rPr dirty="0" err="1"/>
              <a:t>системный</a:t>
            </a:r>
            <a:r>
              <a:rPr dirty="0"/>
              <a:t> </a:t>
            </a:r>
            <a:r>
              <a:rPr dirty="0" err="1"/>
              <a:t>SplashScreen</a:t>
            </a:r>
            <a:endParaRPr dirty="0"/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/>
              <a:t>Home: </a:t>
            </a:r>
            <a:r>
              <a:rPr dirty="0" err="1"/>
              <a:t>категории</a:t>
            </a:r>
            <a:r>
              <a:rPr dirty="0"/>
              <a:t>, </a:t>
            </a:r>
            <a:r>
              <a:rPr dirty="0" err="1"/>
              <a:t>товары</a:t>
            </a:r>
            <a:r>
              <a:rPr dirty="0"/>
              <a:t>, </a:t>
            </a:r>
            <a:r>
              <a:rPr dirty="0" err="1"/>
              <a:t>детали</a:t>
            </a:r>
            <a:r>
              <a:rPr dirty="0"/>
              <a:t> </a:t>
            </a:r>
            <a:r>
              <a:rPr dirty="0" err="1"/>
              <a:t>товара</a:t>
            </a:r>
            <a:endParaRPr dirty="0"/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/>
              <a:t>Favorite: </a:t>
            </a:r>
            <a:r>
              <a:rPr dirty="0" err="1"/>
              <a:t>избранное</a:t>
            </a:r>
            <a:r>
              <a:rPr dirty="0"/>
              <a:t> </a:t>
            </a:r>
            <a:r>
              <a:rPr dirty="0" err="1"/>
              <a:t>пользователя</a:t>
            </a:r>
            <a:endParaRPr dirty="0"/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/>
              <a:t>Profile: </a:t>
            </a:r>
            <a:r>
              <a:rPr dirty="0" err="1"/>
              <a:t>просмотр</a:t>
            </a:r>
            <a:r>
              <a:rPr dirty="0"/>
              <a:t>/</a:t>
            </a:r>
            <a:r>
              <a:rPr dirty="0" err="1"/>
              <a:t>редактирование</a:t>
            </a:r>
            <a:r>
              <a:rPr dirty="0"/>
              <a:t>, </a:t>
            </a:r>
            <a:r>
              <a:rPr dirty="0" err="1"/>
              <a:t>фото</a:t>
            </a:r>
            <a:r>
              <a:rPr dirty="0"/>
              <a:t> с </a:t>
            </a:r>
            <a:r>
              <a:rPr dirty="0" err="1"/>
              <a:t>камеры</a:t>
            </a:r>
            <a:r>
              <a:rPr dirty="0"/>
              <a:t>, </a:t>
            </a:r>
            <a:r>
              <a:rPr dirty="0" err="1"/>
              <a:t>сохранение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сервер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600" b="1" dirty="0" err="1">
                <a:solidFill>
                  <a:srgbClr val="2B2B2B"/>
                </a:solidFill>
              </a:rPr>
              <a:t>Диаграмма</a:t>
            </a:r>
            <a:r>
              <a:rPr sz="3600" b="1" dirty="0">
                <a:solidFill>
                  <a:srgbClr val="2B2B2B"/>
                </a:solidFill>
              </a:rPr>
              <a:t> </a:t>
            </a:r>
            <a:r>
              <a:rPr sz="3600" b="1" dirty="0" err="1">
                <a:solidFill>
                  <a:srgbClr val="2B2B2B"/>
                </a:solidFill>
              </a:rPr>
              <a:t>вариантов</a:t>
            </a:r>
            <a:r>
              <a:rPr sz="3600" b="1" dirty="0">
                <a:solidFill>
                  <a:srgbClr val="2B2B2B"/>
                </a:solidFill>
              </a:rPr>
              <a:t> </a:t>
            </a:r>
            <a:r>
              <a:rPr sz="3600" b="1" dirty="0" err="1">
                <a:solidFill>
                  <a:srgbClr val="2B2B2B"/>
                </a:solidFill>
              </a:rPr>
              <a:t>использования</a:t>
            </a:r>
            <a:r>
              <a:rPr sz="3600" b="1" dirty="0">
                <a:solidFill>
                  <a:srgbClr val="2B2B2B"/>
                </a:solidFill>
              </a:rPr>
              <a:t> (Use Case)</a:t>
            </a:r>
          </a:p>
        </p:txBody>
      </p:sp>
      <p:pic>
        <p:nvPicPr>
          <p:cNvPr id="3" name="Picture 2" descr="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449" y="1665446"/>
            <a:ext cx="8222678" cy="48274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600" b="1">
                <a:solidFill>
                  <a:srgbClr val="2B2B2B"/>
                </a:solidFill>
              </a:rPr>
              <a:t>Архитектура и структура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1612880" cy="1420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 err="1"/>
              <a:t>Подход</a:t>
            </a:r>
            <a:r>
              <a:rPr dirty="0"/>
              <a:t>: MVVM + Repository, Compose Navigation</a:t>
            </a:r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/>
              <a:t>UI (Compose) → </a:t>
            </a:r>
            <a:r>
              <a:rPr dirty="0" err="1"/>
              <a:t>ViewModel</a:t>
            </a:r>
            <a:r>
              <a:rPr dirty="0"/>
              <a:t> (</a:t>
            </a:r>
            <a:r>
              <a:rPr dirty="0" err="1"/>
              <a:t>StateFlow</a:t>
            </a:r>
            <a:r>
              <a:rPr dirty="0"/>
              <a:t>) → Repository → </a:t>
            </a:r>
            <a:r>
              <a:rPr dirty="0" err="1"/>
              <a:t>Supabase</a:t>
            </a:r>
            <a:r>
              <a:rPr dirty="0"/>
              <a:t> (Auth/</a:t>
            </a:r>
            <a:r>
              <a:rPr dirty="0" err="1"/>
              <a:t>Postgrest</a:t>
            </a:r>
            <a:r>
              <a:rPr dirty="0"/>
              <a:t>/Storage)</a:t>
            </a:r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 err="1"/>
              <a:t>Состояния</a:t>
            </a:r>
            <a:r>
              <a:rPr dirty="0"/>
              <a:t>: loading / error (dialog) /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600" b="1">
                <a:solidFill>
                  <a:srgbClr val="2B2B2B"/>
                </a:solidFill>
              </a:rPr>
              <a:t>Supabase: данные и 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1612880" cy="18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 err="1"/>
              <a:t>Таблицы</a:t>
            </a:r>
            <a:r>
              <a:rPr dirty="0"/>
              <a:t>: categories, products, </a:t>
            </a:r>
            <a:r>
              <a:rPr dirty="0" err="1"/>
              <a:t>favourite</a:t>
            </a:r>
            <a:r>
              <a:rPr dirty="0"/>
              <a:t>, profiles</a:t>
            </a:r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/>
              <a:t>Auth: email/password + OTP</a:t>
            </a:r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/>
              <a:t>Storage products: &lt;</a:t>
            </a:r>
            <a:r>
              <a:rPr dirty="0" err="1"/>
              <a:t>productId</a:t>
            </a:r>
            <a:r>
              <a:rPr dirty="0"/>
              <a:t>&gt;-&lt;variant&gt;.</a:t>
            </a:r>
            <a:r>
              <a:rPr dirty="0" err="1"/>
              <a:t>png</a:t>
            </a:r>
            <a:r>
              <a:rPr dirty="0"/>
              <a:t> (</a:t>
            </a:r>
            <a:r>
              <a:rPr dirty="0" err="1"/>
              <a:t>варианты</a:t>
            </a:r>
            <a:r>
              <a:rPr dirty="0"/>
              <a:t> </a:t>
            </a:r>
            <a:r>
              <a:rPr dirty="0" err="1"/>
              <a:t>товара</a:t>
            </a:r>
            <a:r>
              <a:rPr dirty="0"/>
              <a:t>)</a:t>
            </a:r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/>
              <a:t>Storage avatars: &lt;</a:t>
            </a:r>
            <a:r>
              <a:rPr dirty="0" err="1"/>
              <a:t>userId</a:t>
            </a:r>
            <a:r>
              <a:rPr dirty="0"/>
              <a:t>&gt;.</a:t>
            </a:r>
            <a:r>
              <a:rPr dirty="0" err="1"/>
              <a:t>png</a:t>
            </a:r>
            <a:r>
              <a:rPr dirty="0"/>
              <a:t> (</a:t>
            </a:r>
            <a:r>
              <a:rPr dirty="0" err="1"/>
              <a:t>аватар</a:t>
            </a:r>
            <a:r>
              <a:rPr dirty="0"/>
              <a:t> </a:t>
            </a:r>
            <a:r>
              <a:rPr dirty="0" err="1"/>
              <a:t>профиля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600" b="1" dirty="0" err="1">
                <a:solidFill>
                  <a:srgbClr val="2B2B2B"/>
                </a:solidFill>
              </a:rPr>
              <a:t>Навигация</a:t>
            </a:r>
            <a:r>
              <a:rPr sz="3600" b="1" dirty="0">
                <a:solidFill>
                  <a:srgbClr val="2B2B2B"/>
                </a:solidFill>
              </a:rPr>
              <a:t> и </a:t>
            </a:r>
            <a:r>
              <a:rPr sz="3600" b="1" dirty="0" err="1">
                <a:solidFill>
                  <a:srgbClr val="2B2B2B"/>
                </a:solidFill>
              </a:rPr>
              <a:t>обработка</a:t>
            </a:r>
            <a:r>
              <a:rPr sz="3600" b="1" dirty="0">
                <a:solidFill>
                  <a:srgbClr val="2B2B2B"/>
                </a:solidFill>
              </a:rPr>
              <a:t> </a:t>
            </a:r>
            <a:r>
              <a:rPr sz="3600" b="1" dirty="0" err="1">
                <a:solidFill>
                  <a:srgbClr val="2B2B2B"/>
                </a:solidFill>
              </a:rPr>
              <a:t>состояний</a:t>
            </a:r>
            <a:endParaRPr sz="3600" b="1" dirty="0">
              <a:solidFill>
                <a:srgbClr val="2B2B2B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161288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Onboard → </a:t>
            </a:r>
            <a:r>
              <a:rPr lang="en-US" dirty="0" err="1" smtClean="0"/>
              <a:t>SignIn</a:t>
            </a:r>
            <a:r>
              <a:rPr lang="en-US" dirty="0" smtClean="0"/>
              <a:t> → </a:t>
            </a:r>
            <a:r>
              <a:rPr lang="en-US" dirty="0" smtClean="0"/>
              <a:t>Home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SignIn</a:t>
            </a:r>
            <a:r>
              <a:rPr lang="en-US" dirty="0" smtClean="0"/>
              <a:t> ↔ Register</a:t>
            </a:r>
            <a:br>
              <a:rPr lang="en-US" dirty="0" smtClean="0"/>
            </a:br>
            <a:r>
              <a:rPr lang="en-US" dirty="0" err="1" smtClean="0"/>
              <a:t>SignIn</a:t>
            </a:r>
            <a:r>
              <a:rPr lang="en-US" dirty="0" smtClean="0"/>
              <a:t> → </a:t>
            </a:r>
            <a:r>
              <a:rPr lang="en-US" dirty="0" err="1" smtClean="0"/>
              <a:t>ForgotPassword</a:t>
            </a:r>
            <a:r>
              <a:rPr lang="en-US" dirty="0" smtClean="0"/>
              <a:t> → Verification → </a:t>
            </a:r>
            <a:r>
              <a:rPr lang="en-US" dirty="0" err="1" smtClean="0"/>
              <a:t>CreateNewPassword</a:t>
            </a:r>
            <a:r>
              <a:rPr lang="en-US" dirty="0" smtClean="0"/>
              <a:t> → </a:t>
            </a:r>
            <a:r>
              <a:rPr lang="en-US" dirty="0" err="1" smtClean="0"/>
              <a:t>SignIn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Home ↔ Favorite</a:t>
            </a:r>
            <a:br>
              <a:rPr lang="en-US" dirty="0" smtClean="0"/>
            </a:br>
            <a:r>
              <a:rPr lang="en-US" dirty="0" smtClean="0"/>
              <a:t>Home ↔ Orders</a:t>
            </a:r>
            <a:br>
              <a:rPr lang="en-US" dirty="0" smtClean="0"/>
            </a:br>
            <a:r>
              <a:rPr lang="en-US" dirty="0" smtClean="0"/>
              <a:t>Home ↔ </a:t>
            </a:r>
            <a:r>
              <a:rPr lang="en-US" dirty="0" smtClean="0"/>
              <a:t>Profile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Home → Details</a:t>
            </a:r>
            <a:br>
              <a:rPr lang="en-US" dirty="0" smtClean="0"/>
            </a:br>
            <a:r>
              <a:rPr lang="en-US" dirty="0" smtClean="0"/>
              <a:t>Favorite → Details</a:t>
            </a:r>
            <a:br>
              <a:rPr lang="en-US" dirty="0" smtClean="0"/>
            </a:br>
            <a:r>
              <a:rPr lang="en-US" dirty="0" smtClean="0"/>
              <a:t>Details → Home (back</a:t>
            </a:r>
            <a:r>
              <a:rPr lang="en-US" dirty="0" smtClean="0"/>
              <a:t>)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Home (FAB) → Cart → Checkout → Home</a:t>
            </a:r>
            <a:br>
              <a:rPr lang="en-US" dirty="0" smtClean="0"/>
            </a:br>
            <a:r>
              <a:rPr lang="en-US" dirty="0" smtClean="0"/>
              <a:t>Details (FAB) → </a:t>
            </a:r>
            <a:r>
              <a:rPr lang="en-US" dirty="0" smtClean="0"/>
              <a:t>Cart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Orders → </a:t>
            </a:r>
            <a:r>
              <a:rPr lang="en-US" dirty="0" err="1" smtClean="0"/>
              <a:t>OrderDetail</a:t>
            </a:r>
            <a:r>
              <a:rPr lang="en-US" dirty="0" smtClean="0"/>
              <a:t> → Orders (back)</a:t>
            </a:r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 err="1" smtClean="0"/>
              <a:t>Индикатор</a:t>
            </a:r>
            <a:r>
              <a:rPr dirty="0" smtClean="0"/>
              <a:t> </a:t>
            </a:r>
            <a:r>
              <a:rPr dirty="0" err="1" smtClean="0"/>
              <a:t>загрузки</a:t>
            </a:r>
            <a:r>
              <a:rPr dirty="0" smtClean="0"/>
              <a:t> </a:t>
            </a:r>
            <a:r>
              <a:rPr dirty="0" err="1" smtClean="0"/>
              <a:t>при</a:t>
            </a:r>
            <a:r>
              <a:rPr dirty="0" smtClean="0"/>
              <a:t> </a:t>
            </a:r>
            <a:r>
              <a:rPr dirty="0" err="1" smtClean="0"/>
              <a:t>запросах</a:t>
            </a:r>
            <a:r>
              <a:rPr dirty="0" smtClean="0"/>
              <a:t>; </a:t>
            </a:r>
            <a:r>
              <a:rPr dirty="0" err="1" smtClean="0"/>
              <a:t>ошибки</a:t>
            </a:r>
            <a:r>
              <a:rPr dirty="0" smtClean="0"/>
              <a:t> — в </a:t>
            </a:r>
            <a:r>
              <a:rPr dirty="0" err="1" smtClean="0"/>
              <a:t>диалоге</a:t>
            </a:r>
            <a:r>
              <a:rPr dirty="0" smtClean="0"/>
              <a:t> (</a:t>
            </a:r>
            <a:r>
              <a:rPr dirty="0" err="1" smtClean="0"/>
              <a:t>закрывается</a:t>
            </a:r>
            <a:r>
              <a:rPr dirty="0" smtClean="0"/>
              <a:t> </a:t>
            </a:r>
            <a:r>
              <a:rPr dirty="0" err="1" smtClean="0"/>
              <a:t>пользователем</a:t>
            </a:r>
            <a:r>
              <a:rPr dirty="0" smtClean="0"/>
              <a:t>)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600" b="1">
                <a:solidFill>
                  <a:srgbClr val="2B2B2B"/>
                </a:solidFill>
              </a:rPr>
              <a:t>Используемые библиотеки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1612880" cy="1881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 err="1"/>
              <a:t>Supabase</a:t>
            </a:r>
            <a:r>
              <a:rPr dirty="0"/>
              <a:t> Kotlin SDK (Auth/</a:t>
            </a:r>
            <a:r>
              <a:rPr dirty="0" err="1"/>
              <a:t>Postgrest</a:t>
            </a:r>
            <a:r>
              <a:rPr dirty="0"/>
              <a:t>/Storage) + </a:t>
            </a:r>
            <a:r>
              <a:rPr dirty="0" err="1"/>
              <a:t>Ktor</a:t>
            </a:r>
            <a:r>
              <a:rPr dirty="0"/>
              <a:t> (</a:t>
            </a:r>
            <a:r>
              <a:rPr dirty="0" err="1"/>
              <a:t>внутри</a:t>
            </a:r>
            <a:r>
              <a:rPr dirty="0"/>
              <a:t> SDK)</a:t>
            </a:r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/>
              <a:t>Coil (</a:t>
            </a:r>
            <a:r>
              <a:rPr dirty="0" err="1"/>
              <a:t>изображения</a:t>
            </a:r>
            <a:r>
              <a:rPr dirty="0"/>
              <a:t> + </a:t>
            </a:r>
            <a:r>
              <a:rPr dirty="0" err="1"/>
              <a:t>кэширование</a:t>
            </a:r>
            <a:r>
              <a:rPr dirty="0"/>
              <a:t>)</a:t>
            </a:r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/>
              <a:t>Navigation Compose, </a:t>
            </a:r>
            <a:r>
              <a:rPr dirty="0" err="1"/>
              <a:t>ViewModel</a:t>
            </a:r>
            <a:r>
              <a:rPr dirty="0"/>
              <a:t> Compose, Coroutines, </a:t>
            </a:r>
            <a:r>
              <a:rPr dirty="0" err="1"/>
              <a:t>SplashScreen</a:t>
            </a:r>
            <a:r>
              <a:rPr dirty="0"/>
              <a:t> API</a:t>
            </a:r>
          </a:p>
          <a:p>
            <a:pPr>
              <a:lnSpc>
                <a:spcPct val="150000"/>
              </a:lnSpc>
              <a:defRPr sz="2000">
                <a:solidFill>
                  <a:srgbClr val="2B2B2B"/>
                </a:solidFill>
              </a:defRPr>
            </a:pPr>
            <a:r>
              <a:rPr dirty="0" err="1"/>
              <a:t>Supabase</a:t>
            </a:r>
            <a:r>
              <a:rPr dirty="0"/>
              <a:t> SDK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</TotalTime>
  <Words>187</Words>
  <Application>Microsoft Office PowerPoint</Application>
  <PresentationFormat>Произвольный</PresentationFormat>
  <Paragraphs>28</Paragraphs>
  <Slides>7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8" baseType="lpstr">
      <vt:lpstr>Тема Office</vt:lpstr>
      <vt:lpstr>ShoeStore — реализация мобильного приложения</vt:lpstr>
      <vt:lpstr>Функциональный объём (что реализовано)</vt:lpstr>
      <vt:lpstr>Диаграмма вариантов использования (Use Case)</vt:lpstr>
      <vt:lpstr>Архитектура и структура проекта</vt:lpstr>
      <vt:lpstr>Supabase: данные и Storage</vt:lpstr>
      <vt:lpstr>Навигация и обработка состояний</vt:lpstr>
      <vt:lpstr>Используемые библиотеки</vt:lpstr>
    </vt:vector>
  </TitlesOfParts>
  <Manager/>
  <Company/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ShoeStore — реализация мобильного приложения</dc:title>
  <dc:subject/>
  <dc:creator/>
  <cp:keywords/>
  <dc:description>generated using python-pptx</dc:description>
  <cp:lastModifiedBy>android242</cp:lastModifiedBy>
  <cp:revision>3</cp:revision>
  <dcterms:created xsi:type="dcterms:W3CDTF">2013-01-27T09:14:16Z</dcterms:created>
  <dcterms:modified xsi:type="dcterms:W3CDTF">2026-03-06T09:47:22Z</dcterms:modified>
  <cp:category/>
</cp:coreProperties>
</file>